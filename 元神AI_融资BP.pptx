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元神AI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个人数字主权的觉醒系统 | 融资商业计划书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为什么是现在？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2026年，全球AI智能体市场规模61-99亿美元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中国市场135亿元，增速超70%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从'聊天时代'到'办事时代'的关键转折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巨头观望，12-18个月窗口期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这不是小风口，这是一个大时代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问题：数字记忆的碎片化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朋友圈、微博、知乎、小红书...你的足迹散落各处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没有人能完整看到你的人生——包括你自己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记忆数据被平台割裂，用户无法掌控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这不是工具问题，这是主权问题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元神AI：个人数字主权的觉醒系统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整合散落在各平台的记忆，还给你完整的人生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基因胶囊：越用越强的系统，数据越多越聪明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Agent Graph：智能体网络，连接所有平台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从'替代'到'赋能'，让技术为你服务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市场规模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6000万人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目标用户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60亿元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潜在收入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30-50%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年增速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100亿美元估值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对标Notion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10亿美元估值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对标Obsidian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135亿元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中国市场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为什么巨头不做？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隐私敏感：用户数据太敏感，巨头不敢碰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非高频需求：不像聊天、邮件那样日常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长期运营：不能快速变现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这正是我们的机会——蓝海市场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三道壁垒：为什么我们能赢？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1. 1. 灵魂壁垒：十年四域淬炼的AI能力，5-10年积累不可复制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2. 2. 系统壁垒：基因胶囊正反馈循环，用户数据越多系统越强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3. 3. 生态壁垒：Agent Graph网络效应，连接所有平台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商业模式：按结果付费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66%企业倾向按业务成果计费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56-65%用户愿为结果付费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2028年70%软件供应商将重构商业模式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免费基础功能 + 高级功能订阅 + 企业定制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财务预测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1000用户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3个月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盈亏平衡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6个月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月收80万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12个月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年收1.25亿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24个月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30-50%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付费率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50万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用户规模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团队：十年四域淬炼的梦之队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创始人：十年AI科学+产业应用经验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核心团队：技术+商业+国际视野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顾问团队：行业专家+投资人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元模型DNA：人与AI共处的深刻理解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融资需求：76.5万启动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45万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团队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8.75万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基础设施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9.5万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运营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12.65万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预留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76.5万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总融资额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00400" cy="1828800"/>
          </a:xfrm>
          <a:prstGeom prst="roundRect">
            <a:avLst/>
          </a:prstGeom>
          <a:solidFill>
            <a:srgbClr val="F0F8FF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2834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5293"/>
                </a:solidFill>
              </a:defRPr>
            </a:pPr>
            <a:r>
              <a:t>6个月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2920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盈亏平衡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90天路线图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1. Phase 1（30天）：MVP开发完成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2. Phase 2（15天）：种子用户内测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3. Phase 3（15天）：功能扩展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4. Phase 4（30天）：融资启动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333333"/>
                </a:solidFill>
              </a:defRPr>
            </a:pPr>
            <a:r>
              <a:t>5. 每个阶段都有明确的产出和风险控制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投资一个时代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元神AI | 让众生物质丰盈、精神富足、灵魂觉醒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