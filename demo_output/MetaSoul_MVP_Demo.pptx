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6C63FF"/>
                </a:solidFill>
              </a:rPr>
              <a:t>META SOUL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84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元神项目 MVP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279392"/>
            <a:ext cx="39319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988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0B0"/>
                </a:solidFill>
              </a:rPr>
              <a:t>虚构人物：李明 · 互联网创业者 · 北漂10年 · 440条朋友圈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AA"/>
                </a:solidFill>
              </a:rPr>
              <a:t>从朋友圈数据，看一个人如何变成今天的自己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主角档案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029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李明 Li 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年龄：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2996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30岁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职业：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3957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互联网连续创业者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地点：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614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北京（北漂10年）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阶段：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272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第四次创业 · All in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930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性格：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493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理想主义者，热爱科技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587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</a:rPr>
              <a:t>使命：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5876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让AI理解你的世界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25880"/>
            <a:ext cx="621792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46304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10年轨迹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920240"/>
            <a:ext cx="54864" cy="7498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920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2016-2017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1488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初入职场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7744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月薪8K到首次独立带项目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788920"/>
            <a:ext cx="54864" cy="7498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7889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63FF"/>
                </a:solidFill>
              </a:rPr>
              <a:t>2018-2019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175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首次创业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天使投资、团队5人、高光时刻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657600"/>
            <a:ext cx="54864" cy="749808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657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060"/>
                </a:solidFill>
              </a:rPr>
              <a:t>2019-2020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886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危机转型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1148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裁员、卡里2000块、西藏重建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526280"/>
            <a:ext cx="54864" cy="7498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45262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2021-2023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7548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复苏重建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98348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种子轮200万、20人团队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5394960"/>
            <a:ext cx="54864" cy="7498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394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C040"/>
                </a:solidFill>
              </a:rPr>
              <a:t>2024-2026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6235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使命驱动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585216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All in AI、元神项目启动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数据概览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Data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C63FF"/>
                </a:solidFill>
              </a:rPr>
              <a:t>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条朋友圈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41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0B0"/>
                </a:solidFill>
              </a:rPr>
              <a:t>10年完整记录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325880"/>
            <a:ext cx="27432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132588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AA"/>
                </a:solidFill>
              </a:rPr>
              <a:t>44月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148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时间跨度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441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0B0"/>
                </a:solidFill>
              </a:rPr>
              <a:t>月均发布频率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325880"/>
            <a:ext cx="27432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325880"/>
            <a:ext cx="2743200" cy="54864"/>
          </a:xfrm>
          <a:prstGeom prst="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C85C"/>
                </a:solidFill>
              </a:rPr>
              <a:t>0.06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148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平均情感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441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0B0"/>
                </a:solidFill>
              </a:rPr>
              <a:t>整体积极向上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9136" y="1325880"/>
            <a:ext cx="2743200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325880"/>
            <a:ext cx="2743200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C040"/>
                </a:solidFill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48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正面内容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41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0B0"/>
                </a:solidFill>
              </a:rPr>
              <a:t>负面12%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11457432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10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</a:rPr>
              <a:t>李明的10年发生了什么？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4903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北漂10年，从月薪8K到连续创业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05071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  从高光到低谷到重建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1596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经历3次重大转型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199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  每次都是对自我的重新认知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8289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创业失败时卡里只剩2000块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3892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  但没有放弃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982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2024年All in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05855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  找到真正的使命：元神项目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情绪曲线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Emotion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mo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30000" cy="402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AA"/>
                </a:solidFill>
              </a:rPr>
              <a:t>解读：2018创业高涨 -&gt; 2019-2020危机下探 -&gt; 2021年后稳定回升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主题分布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Topic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58445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25880"/>
            <a:ext cx="438912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447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</a:rPr>
              <a:t>关键洞察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792224"/>
            <a:ext cx="402336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&gt; 创业内容占比最高（真实创业者身份）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603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&gt; 成长学习贯穿始终（持续进化型人格）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2004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&gt; 情感线从职场向内探索迁移（自我认知深化）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40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&gt; 科技关注度2024年后显著上升（All in AI）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年度热力图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Yearly Heatmap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year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30000" cy="279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绿色=积极 | 红色=消极 | 空白=无数据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关键转折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Turning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66928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2377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17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63FF"/>
                </a:solidFill>
              </a:rPr>
              <a:t>  2018-01  离职创业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从月薪8K押注梦想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40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月均3.5条，全是兴奋期待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669280" cy="5486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4864" cy="237744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17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060"/>
                </a:solidFill>
              </a:rPr>
              <a:t>  2019-09  首次危机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裁员迷茫卡里2000块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40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连续6个月情绪评分低于0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66928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5669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54864" cy="2377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023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  2021-06  西藏之行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389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心灵重建情绪回升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846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之后3年保持稳定高分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31920"/>
            <a:ext cx="566928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669280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54864" cy="23774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023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C040"/>
                </a:solidFill>
              </a:rPr>
              <a:t>  2024-01  使命觉醒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389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All in AI元神项目启动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846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</a:rPr>
              <a:t>  AI科技内容首次超越创业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AI分析引擎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AI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9659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96596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44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1.数据采集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74519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微信朋友圈
授权读取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86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C63FF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325880"/>
            <a:ext cx="19659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325880"/>
            <a:ext cx="1965960" cy="4389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344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2.情感分析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874519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DeepSeek API
-1~+1评分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325880"/>
            <a:ext cx="19659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325880"/>
            <a:ext cx="1965960" cy="43891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344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3.主题聚类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1874519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AI识别
主要话题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286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C040"/>
                </a:solidFill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325880"/>
            <a:ext cx="19659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1325880"/>
            <a:ext cx="1965960" cy="438912"/>
          </a:xfrm>
          <a:prstGeom prst="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344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4.可视化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1874519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情绪曲线
热力图饼图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286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85C"/>
                </a:solidFill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325880"/>
            <a:ext cx="19659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1325880"/>
            <a:ext cx="1965960" cy="43891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1344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5.洞察生成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1874519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关键转折点
趋势解读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49039"/>
            <a:ext cx="11457432" cy="2606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</a:rPr>
              <a:t>技术架构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24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数据源: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224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微信电脑端导出 txt格式 【日期 时间】内容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24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情感分析: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24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DeepSeek API -1~+1评分 支持API/规则双引擎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817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主题分类: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4681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DeepSeek API + 规则引擎 9大主题类别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6817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可视化: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681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matplotlib 情绪曲线/热力图/饼图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389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AA"/>
                </a:solidFill>
              </a:rPr>
              <a:t>输出格式: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138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JSON结构化数据 + PNG图表 + PPT演示文稿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元神愿景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Meta Soul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3FF"/>
                </a:solidFill>
              </a:rPr>
              <a:t>"看见自己，是改变的第一步"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57400"/>
            <a:ext cx="57607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73152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分身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替你干活，让你自由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7315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AA"/>
                </a:solidFill>
              </a:rPr>
              <a:t>高我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11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比你更懂你，让你更强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73152" cy="777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</a:rPr>
              <a:t>元神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与你合一，让你绽放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C040"/>
                </a:solidFill>
              </a:rPr>
              <a:t>10年朋友圈数据 x AI分析 = 你的人生地图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Market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3FF"/>
                </a:solidFill>
              </a:rPr>
              <a:t>$48.4亿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2026年市场规模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25880"/>
            <a:ext cx="27432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2588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AA"/>
                </a:solidFill>
              </a:rPr>
              <a:t>42.2%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130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年复合增长率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325880"/>
            <a:ext cx="27432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325880"/>
            <a:ext cx="2743200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C040"/>
                </a:solidFill>
              </a:rPr>
              <a:t>52%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130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用户愿用AI助理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325880"/>
            <a:ext cx="27432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325880"/>
            <a:ext cx="2743200" cy="54864"/>
          </a:xfrm>
          <a:prstGeom prst="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5C"/>
                </a:solidFill>
              </a:rPr>
              <a:t>3-6个月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130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先发窗口期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08960"/>
            <a:ext cx="11457432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18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</a:rPr>
              <a:t>为什么是现在？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LLM技术成熟  -&gt;  AI理解个体成为可能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57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Agentic AI爆发  -&gt;  从工具到自主执行者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数据主权觉醒  -&gt;  用户开始在意数字身份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05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数字碎片化痛点  -&gt;  没有人有完整自我认知图谱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C63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69748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447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C63FF"/>
                </a:solidFill>
              </a:rPr>
              <a:t>Freemium
免费增值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基础情绪曲线
主题分析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017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C63FF"/>
                </a:solidFill>
              </a:rPr>
              <a:t>免费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325880"/>
            <a:ext cx="269748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325880"/>
            <a:ext cx="26974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4447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AA"/>
                </a:solidFill>
              </a:rPr>
              <a:t>Pro $9.9/月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完整洞察报告
决策建议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17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D4AA"/>
                </a:solidFill>
              </a:rPr>
              <a:t>付费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1325880"/>
            <a:ext cx="269748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325880"/>
            <a:ext cx="2697480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4447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C040"/>
                </a:solidFill>
              </a:rPr>
              <a:t>企业版
定制化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团队家庭版
私有化部署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017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C040"/>
                </a:solidFill>
              </a:rPr>
              <a:t>B2B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325880"/>
            <a:ext cx="269748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325880"/>
            <a:ext cx="2697480" cy="54864"/>
          </a:xfrm>
          <a:prstGeom prst="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144475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C"/>
                </a:solidFill>
              </a:rPr>
              <a:t>API
数据服务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情绪API
洞察SDK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017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5C"/>
                </a:solidFill>
              </a:rPr>
              <a:t>开发者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11457432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67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</a:rPr>
              <a:t>飞轮效应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60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用户上传朋友圈 -&gt; AI分析 -&gt; 生成人生洞察报告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洞察价值 -&gt; 用户传播邀请 -&gt; 新用户增长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更多数据 -&gt; 训练基因胶囊 -&gt; AI更懂你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94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数据飞轮 -&gt; 护城河加深 -&gt; 竞争壁垒形成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</a:rPr>
              <a:t>Meta Soul MVP Demo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让AI替你干活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你为自己而活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434840"/>
            <a:ext cx="39319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0B0"/>
                </a:solidFill>
              </a:rPr>
              <a:t>把工作交给AI，把自己还给热爱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B0"/>
                </a:solidFill>
              </a:rPr>
              <a:t>Meta Soul META SOUL MVP Demo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510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0B0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